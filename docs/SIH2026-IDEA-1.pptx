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embeddedFontLst>
    <p:embeddedFont>
      <p:font typeface="Oswald"/>
      <p:regular r:id="rId13"/>
      <p:bold r:id="rId14"/>
    </p:embeddedFont>
    <p:embeddedFont>
      <p:font typeface="Calibri" panose="020F0502020204030204"/>
      <p:regular r:id="rId15"/>
      <p:bold r:id="rId16"/>
      <p:italic r:id="rId17"/>
      <p:boldItalic r:id="rId18"/>
    </p:embeddedFont>
    <p:embeddedFont>
      <p:font typeface="Garamond" panose="02020404030301010803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383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2:notes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3:notes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4:notes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5:notes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6" name="Google Shape;146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6:notes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3"/>
          <p:cNvSpPr txBox="1"/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3"/>
          <p:cNvSpPr txBox="1"/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151255" y="15748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576566" y="2076456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 PAGE</a:t>
            </a:r>
            <a:endParaRPr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234461" y="-223882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35330" y="1383030"/>
            <a:ext cx="5617210" cy="440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 ID – </a:t>
            </a:r>
            <a:r>
              <a:rPr lang="en-GB" alt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SIH26166</a:t>
            </a:r>
            <a:endParaRPr 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 Title-</a:t>
            </a:r>
            <a:r>
              <a:rPr lang="en-GB" altLang="en-US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Multi-modal, Sun angle and scale invariant image correspondence using Chandrayaan-2 optical images (OHRC, TMC and IIRS)</a:t>
            </a:r>
            <a:endParaRPr lang="en-US" alt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Theme -</a:t>
            </a:r>
            <a:r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GB" alt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Space Technology</a:t>
            </a:r>
            <a:endParaRPr lang="en-US"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PS Category -</a:t>
            </a:r>
            <a:r>
              <a:rPr lang="en-GB" alt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Software</a:t>
            </a:r>
            <a:endParaRPr lang="en-US"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 ID - </a:t>
            </a:r>
            <a:endParaRPr lang="en-US"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 Name (Registered on portal)</a:t>
            </a:r>
            <a:r>
              <a:rPr lang="en-GB" altLang="en-US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</a:t>
            </a:r>
            <a:r>
              <a:rPr lang="en-GB" alt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PixOrb</a:t>
            </a:r>
            <a:endParaRPr lang="en-GB" altLang="en-US"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609598" y="17071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SOLUTION</a:t>
            </a: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600"/>
          </a:p>
        </p:txBody>
      </p:sp>
      <p:sp>
        <p:nvSpPr>
          <p:cNvPr id="102" name="Google Shape;102;p2"/>
          <p:cNvSpPr txBox="1"/>
          <p:nvPr/>
        </p:nvSpPr>
        <p:spPr>
          <a:xfrm>
            <a:off x="0" y="1249500"/>
            <a:ext cx="12192000" cy="78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endParaRPr>
              <a:solidFill>
                <a:schemeClr val="dk1"/>
              </a:solidFill>
            </a:endParaRPr>
          </a:p>
          <a:p>
            <a:pPr marL="45720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</a:endParaRPr>
          </a:p>
        </p:txBody>
      </p:sp>
      <p:sp>
        <p:nvSpPr>
          <p:cNvPr id="103" name="Google Shape;103;p2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/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2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PixOrb</a:t>
            </a:r>
            <a:endParaRPr lang="en-GB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ChatGPT Image Sep 7, 2026, 09_42_49 PM"/>
          <p:cNvPicPr>
            <a:picLocks noChangeAspect="1"/>
          </p:cNvPicPr>
          <p:nvPr/>
        </p:nvPicPr>
        <p:blipFill>
          <a:blip r:embed="rId2"/>
          <a:srcRect t="23259" b="10472"/>
          <a:stretch>
            <a:fillRect/>
          </a:stretch>
        </p:blipFill>
        <p:spPr>
          <a:xfrm>
            <a:off x="475615" y="1247140"/>
            <a:ext cx="11240770" cy="4966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 txBox="1"/>
          <p:nvPr>
            <p:ph type="title"/>
          </p:nvPr>
        </p:nvSpPr>
        <p:spPr>
          <a:xfrm>
            <a:off x="609600" y="8441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TECHNICAL APPROACH</a:t>
            </a:r>
            <a:endParaRPr sz="3600"/>
          </a:p>
        </p:txBody>
      </p:sp>
      <p:sp>
        <p:nvSpPr>
          <p:cNvPr id="115" name="Google Shape;115;p3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/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3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PixOrb</a:t>
            </a:r>
            <a:endParaRPr lang="en-GB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ChatGPT Image Sep 7, 2026, 09_30_01 PM"/>
          <p:cNvPicPr>
            <a:picLocks noChangeAspect="1"/>
          </p:cNvPicPr>
          <p:nvPr/>
        </p:nvPicPr>
        <p:blipFill>
          <a:blip r:embed="rId2"/>
          <a:srcRect l="1944" t="11685" r="1309" b="11231"/>
          <a:stretch>
            <a:fillRect/>
          </a:stretch>
        </p:blipFill>
        <p:spPr>
          <a:xfrm>
            <a:off x="1429385" y="1215390"/>
            <a:ext cx="9675495" cy="5139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p4"/>
          <p:cNvSpPr txBox="1"/>
          <p:nvPr>
            <p:ph type="title"/>
          </p:nvPr>
        </p:nvSpPr>
        <p:spPr>
          <a:xfrm>
            <a:off x="609600" y="18016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FEASIBILITY AND VIABILITY</a:t>
            </a:r>
            <a:endParaRPr lang="en-US" sz="3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7" name="Google Shape;127;p4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/>
          <p:cNvSpPr txBox="1"/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PixOrb</a:t>
            </a:r>
            <a:endParaRPr lang="en-GB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ChatGPT Image Sep 7, 2026, 10_11_54 PM"/>
          <p:cNvPicPr>
            <a:picLocks noChangeAspect="1"/>
          </p:cNvPicPr>
          <p:nvPr/>
        </p:nvPicPr>
        <p:blipFill>
          <a:blip r:embed="rId2"/>
          <a:srcRect l="1329" t="12306" r="1298" b="9731"/>
          <a:stretch>
            <a:fillRect/>
          </a:stretch>
        </p:blipFill>
        <p:spPr>
          <a:xfrm>
            <a:off x="609600" y="1236980"/>
            <a:ext cx="10972165" cy="4944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5"/>
          <p:cNvSpPr txBox="1"/>
          <p:nvPr>
            <p:ph type="title"/>
          </p:nvPr>
        </p:nvSpPr>
        <p:spPr>
          <a:xfrm>
            <a:off x="763800" y="-38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IMPACT AND BENEFITS</a:t>
            </a:r>
            <a:endParaRPr lang="en-US" sz="3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9" name="Google Shape;139;p5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/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5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PixOrb</a:t>
            </a:r>
            <a:endParaRPr lang="en-GB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ChatGPT Image Sep 7, 2026, 10_06_21 PM"/>
          <p:cNvPicPr>
            <a:picLocks noChangeAspect="1"/>
          </p:cNvPicPr>
          <p:nvPr/>
        </p:nvPicPr>
        <p:blipFill>
          <a:blip r:embed="rId2"/>
          <a:srcRect t="11870" b="11074"/>
          <a:stretch>
            <a:fillRect/>
          </a:stretch>
        </p:blipFill>
        <p:spPr>
          <a:xfrm>
            <a:off x="952500" y="1059815"/>
            <a:ext cx="10287000" cy="52844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6"/>
          <p:cNvSpPr txBox="1"/>
          <p:nvPr>
            <p:ph type="title"/>
          </p:nvPr>
        </p:nvSpPr>
        <p:spPr>
          <a:xfrm>
            <a:off x="609600" y="15737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RESEARCH  AND REFERENCES</a:t>
            </a:r>
            <a:endParaRPr lang="en-US" sz="3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6"/>
          <p:cNvSpPr txBox="1"/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6"/>
          <p:cNvSpPr txBox="1"/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4" name="Google Shape;154;p6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PixOrb</a:t>
            </a:r>
            <a:endParaRPr lang="en-GB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891540" y="1627505"/>
            <a:ext cx="4377690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 b="1"/>
              <a:t>01 | </a:t>
            </a:r>
            <a:r>
              <a:rPr lang="en-US" altLang="en-US" b="1" u="sng"/>
              <a:t>Mathematical Theory</a:t>
            </a:r>
            <a:endParaRPr lang="en-US" altLang="en-US" b="1" u="sng"/>
          </a:p>
          <a:p>
            <a:pPr algn="just"/>
            <a:endParaRPr lang="en-US" altLang="en-US" u="sng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/>
              <a:t>Homography / affine transform estimation for planar image registration</a:t>
            </a:r>
            <a:endParaRPr lang="en-US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/>
              <a:t>RANSAC (Fischler &amp; Bolles, 1981) — robust model fitting under outliers</a:t>
            </a:r>
            <a:endParaRPr lang="en-US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/>
              <a:t>Normalized cross-correlation + parabolic peak interpolation for sub-pixel localization</a:t>
            </a:r>
            <a:endParaRPr lang="en-US" altLang="en-US"/>
          </a:p>
          <a:p>
            <a:pPr algn="just"/>
            <a:endParaRPr lang="en-US" altLang="en-US" b="1"/>
          </a:p>
          <a:p>
            <a:pPr algn="just"/>
            <a:r>
              <a:rPr lang="en-US" altLang="en-US" b="1"/>
              <a:t>02 | </a:t>
            </a:r>
            <a:r>
              <a:rPr lang="en-US" altLang="en-US" b="1" u="sng"/>
              <a:t>Feature Matching Models</a:t>
            </a:r>
            <a:endParaRPr lang="en-US" altLang="en-US" b="1" u="sng"/>
          </a:p>
          <a:p>
            <a:pPr algn="just"/>
            <a:endParaRPr lang="en-US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/>
              <a:t>DeTone et al., “SuperPoint: Self-Supervised Interest Point Detection and Description,” CVPR 2018</a:t>
            </a:r>
            <a:endParaRPr lang="en-US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/>
              <a:t>Lindenberger et al., “LightGlue: Local Feature Matching at Light Speed,” ICCV 2023</a:t>
            </a:r>
            <a:endParaRPr lang="en-US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/>
          </a:p>
          <a:p>
            <a:pPr algn="just"/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086475" y="1617345"/>
            <a:ext cx="4792345" cy="4184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ym typeface="+mn-ea"/>
              </a:rPr>
              <a:t>03 | </a:t>
            </a:r>
            <a:r>
              <a:rPr lang="en-US" altLang="en-US" b="1" u="sng">
                <a:sym typeface="+mn-ea"/>
              </a:rPr>
              <a:t>Datasets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Chandrayaan-2: OHRC / TMC-2 / IIRS — chmapbrowse.issdc.gov.in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LRO NAC: lroc.im-ldi.com/images/downloads/ · quickmap.lroc.im-ldi.com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SELENE (Kaguya): Lunar imagery archive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r>
              <a:rPr lang="en-US" altLang="en-US" b="1">
                <a:sym typeface="+mn-ea"/>
              </a:rPr>
              <a:t>04 | </a:t>
            </a:r>
            <a:r>
              <a:rPr lang="en-US" altLang="en-US" b="1" u="sng">
                <a:sym typeface="+mn-ea"/>
              </a:rPr>
              <a:t>Evaluation Benchmarks</a:t>
            </a:r>
            <a:endParaRPr lang="en-US" altLang="en-US" b="1" u="sng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RMSE: Inlier residuals post-transform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Inlier count and inlier ratio (inliers / candidate matches)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Benchmarked on held-out LRO NAC / SELENE pairs prior to official dataset release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WPS Presentation</Application>
  <PresentationFormat/>
  <Paragraphs>86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Arial</vt:lpstr>
      <vt:lpstr>Oswald</vt:lpstr>
      <vt:lpstr>Calibri</vt:lpstr>
      <vt:lpstr>Times New Roman</vt:lpstr>
      <vt:lpstr>Garamond</vt:lpstr>
      <vt:lpstr>Microsoft YaHei</vt:lpstr>
      <vt:lpstr>Arial Unicode MS</vt:lpstr>
      <vt:lpstr>Office Theme</vt:lpstr>
      <vt:lpstr>SMART INDIA HACKATHON 2026</vt:lpstr>
      <vt:lpstr>VASP Attribution Engine 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Haashim</cp:lastModifiedBy>
  <cp:revision>3</cp:revision>
  <dcterms:created xsi:type="dcterms:W3CDTF">2026-09-07T15:51:57Z</dcterms:created>
  <dcterms:modified xsi:type="dcterms:W3CDTF">2026-09-07T16:55:40Z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DEFC49E1060540028B4F9E95CC5452FC_13</vt:lpwstr>
  </property>
</Properties>
</file>